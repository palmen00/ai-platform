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Solstice SharePoint Rollout Briefing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Phased migration plan for the Solstice Logistics knowledge rollout.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Rollout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 covers contracts and policies. Phase 2 covers invoices, code repositories, and project documentation.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Search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 should be able to search SharePoint files by document type, date, company, and project name.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